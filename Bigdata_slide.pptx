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[Mở đầu] Exported as a static screenshot from 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[Mục lục] Exported as a static screenshot from 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[Bối cảnh chủ đề] Exported as a static screenshot from 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 sánh nhanh] Exported as a static screenshot from 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[Chuỗi giá trị tích hợp] Exported as a static screenshot from 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[Phần RapidMiner] Exported as a static screenshot from 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[RapidMiner tổng quan] Exported as a static screenshot from 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[RapidMiner 2001-2012] Exported as a static screenshot from 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[RapidMiner 2013-nay] Exported as a static screenshot from 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[Hệ sinh thái Altair] Exported as a static screenshot from 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[Graph &amp; Knowledge Studio] Exported as a static screenshot from 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[Monarch &amp; Panopticon] Exported as a static screenshot from 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[SLC &amp; license giáo dục] Exported as a static screenshot from 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[Kiến trúc DAG] Exported as a static screenshot from 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[ExampleSet &amp; metadata] Exported as a static screenshot from 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[Process Designer] Exported as a static screenshot from 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[Results &amp; Radoop] Exported as a static screenshot from 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[Turbo Prep &amp; Auto Model] Exported as a static screenshot from 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[Python R SDK] Exported as a static screenshot from 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[AI Hub kiến trúc] Exported as a static screenshot from 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[AI Hub thực thi] Exported as a static screenshot from 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[Phần FineReport] Exported as a static screenshot from 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[FineReport tổng quan] Exported as a static screenshot from 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[FineReport 2006-2018] Exported as a static screenshot from 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[FineReport 2019-nay] Exported as a static screenshot from 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[Hệ sinh thái FanRuan] Exported as a static screenshot from 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[FineDataLink &amp; FineVis] Exported as a static screenshot from 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[Jiandao Cloud &amp; FineMobile] Exported as a static screenshot from 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[Dora AI &amp; trial benefits] Exported as a static screenshot from 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[Giới hạn trial FineReport] Exported as a static screenshot from 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[Grid-style &amp; zero-code] Exported as a static screenshot from 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[Visualization &amp; interaction] Exported as a static screenshot from 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[Data Entry &amp; platform] Exported as a static screenshot from 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[Schedule &amp; export] Exported as a static screenshot from 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[Nguyên tắc chọn công cụ] Exported as a static screenshot from 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[Kịch bản demo] Exported as a static screenshot from 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[Kết luận] Exported as a static screenshot from 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[Cảm ơn] Exported as a static screenshot from 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hTris\AppData\Local\Temp\html-to-pptx-3GS3UE\slide-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hTris\AppData\Local\Temp\html-to-pptx-3GS3UE\slide-0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hTris\AppData\Local\Temp\html-to-pptx-3GS3UE\slide-0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hTris\AppData\Local\Temp\html-to-pptx-3GS3UE\slide-0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hTris\AppData\Local\Temp\html-to-pptx-3GS3UE\slide-0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hTris\AppData\Local\Temp\html-to-pptx-3GS3UE\slide-0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hTris\AppData\Local\Temp\html-to-pptx-3GS3UE\slide-0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hTris\AppData\Local\Temp\html-to-pptx-3GS3UE\slide-0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hTris\AppData\Local\Temp\html-to-pptx-3GS3UE\slide-0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hTris\AppData\Local\Temp\html-to-pptx-3GS3UE\slide-0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hTris\AppData\Local\Temp\html-to-pptx-3GS3UE\slide-0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hTris\AppData\Local\Temp\html-to-pptx-3GS3UE\slide-0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hTris\AppData\Local\Temp\html-to-pptx-3GS3UE\slide-0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hTris\AppData\Local\Temp\html-to-pptx-3GS3UE\slide-0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hTris\AppData\Local\Temp\html-to-pptx-3GS3UE\slide-0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hTris\AppData\Local\Temp\html-to-pptx-3GS3UE\slide-0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hTris\AppData\Local\Temp\html-to-pptx-3GS3UE\slide-0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hTris\AppData\Local\Temp\html-to-pptx-3GS3UE\slide-0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hTris\AppData\Local\Temp\html-to-pptx-3GS3UE\slide-0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hTris\AppData\Local\Temp\html-to-pptx-3GS3UE\slide-0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hTris\AppData\Local\Temp\html-to-pptx-3GS3UE\slide-0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hTris\AppData\Local\Temp\html-to-pptx-3GS3UE\slide-0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hTris\AppData\Local\Temp\html-to-pptx-3GS3UE\slide-0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hTris\AppData\Local\Temp\html-to-pptx-3GS3UE\slide-0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hTris\AppData\Local\Temp\html-to-pptx-3GS3UE\slide-0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hTris\AppData\Local\Temp\html-to-pptx-3GS3UE\slide-0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hTris\AppData\Local\Temp\html-to-pptx-3GS3UE\slide-0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hTris\AppData\Local\Temp\html-to-pptx-3GS3UE\slide-0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hTris\AppData\Local\Temp\html-to-pptx-3GS3UE\slide-0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hTris\AppData\Local\Temp\html-to-pptx-3GS3UE\slide-0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hTris\AppData\Local\Temp\html-to-pptx-3GS3UE\slide-03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hTris\AppData\Local\Temp\html-to-pptx-3GS3UE\slide-0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hTris\AppData\Local\Temp\html-to-pptx-3GS3UE\slide-0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hTris\AppData\Local\Temp\html-to-pptx-3GS3UE\slide-0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hTris\AppData\Local\Temp\html-to-pptx-3GS3UE\slide-03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hTris\AppData\Local\Temp\html-to-pptx-3GS3UE\slide-0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hTris\AppData\Local\Temp\html-to-pptx-3GS3UE\slide-0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nhTris\AppData\Local\Temp\html-to-pptx-3GS3UE\slide-03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Anthropic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Bigdata_slide</dc:title>
  <dc:subject>Exported from HTML slides</dc:subject>
  <dc:creator>Claude Code</dc:creator>
  <cp:lastModifiedBy>Claude Code</cp:lastModifiedBy>
  <cp:revision>1</cp:revision>
  <dcterms:created xsi:type="dcterms:W3CDTF">2026-08-08T13:50:21Z</dcterms:created>
  <dcterms:modified xsi:type="dcterms:W3CDTF">2026-08-08T13:50:21Z</dcterms:modified>
</cp:coreProperties>
</file>